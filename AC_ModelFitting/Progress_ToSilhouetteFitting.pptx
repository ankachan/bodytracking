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96" d="100"/>
          <a:sy n="96" d="100"/>
        </p:scale>
        <p:origin x="7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155A-625B-4B21-95C5-087F29048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33812-AA65-4EFF-AD4B-6265AE3B5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C201E-9D6A-46D5-8EB9-46148F0C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B0A58-29AC-4135-8437-FFD3AF62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B1451-A609-41FA-85B0-2A6CB445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2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3700-0F78-4F1F-9BA9-738CA66F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54D78-C59F-4909-B68A-67A1E296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10DD2-EB76-4D65-9133-2234B4549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AAD9-83F2-4FA1-B9D5-B0D05C95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28576-B435-4680-8393-4111BB33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6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1EB65-BFF7-40D3-B846-ABE6A02A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13C23-1C66-4A90-BA09-E45DD612D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6FF5F-504B-46B9-986F-757BD006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AF54D-B7B8-4947-A109-D0B4F3F3B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28255-7431-481D-856C-123525D2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4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1A55-3835-4B6B-A009-1289806F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F52D-CA3E-45FD-B838-85D184D1E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4527B-66FA-440A-A744-DFC82EDC9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531E7-96F2-4997-B747-56B20C66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BAE7B-825E-44C0-91FD-70A323C70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6151E-97D1-4D3B-B6B6-319322B7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47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B151-8D14-4676-B106-0DD1EFD2D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684B6-782D-4C9A-A92A-A760B9639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CA5AB-37F5-40A3-B778-19FC53426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D4FD4-BE4C-4E66-A8EA-D06D9235D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C0DC0-9C47-4163-AC2F-FC53E846B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6FEDCC-1510-40E3-8587-DA71BD705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0E6936-FC94-4980-B433-B67C65B3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DB8B7-7C96-4AEE-B513-D09D4D29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67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CB316-8429-4B74-8CD5-3F10F822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D7B4D-BF13-42DD-B740-53C61D11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5BD7E-F96A-4AE4-B924-EF944D600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0D111-EBB7-41A9-A786-66DFF4E4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1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BAC10-8BFA-4F1B-B846-0605436E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664F-F6CC-4E29-A9D0-7D3121FE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554B-2EC0-4246-9ABE-7F1083F0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6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788F-0B35-4319-B478-9559D109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FEC4-D165-4226-875C-ABA63018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9EDC12-A6A6-40FA-97A8-C25547390C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E2772-7F78-401A-947C-E90BB79C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CB1E8-010B-4753-A2A1-3A2E70D4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7F207-13B0-45A7-9605-3EE57BE5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2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765D-7009-47DC-92B8-7F647927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F9337C-EC10-4CAB-9CA7-1EF21252E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0EFCE-466F-44DC-8CDF-19267A174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FCD13-C6A9-4923-8A43-15EE5491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F2D98-723C-47D9-B622-ACC1718B9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164EF-C7E6-4BFB-B402-2D5A26EE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1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D1A56-59EE-49B3-9FE5-1C9747FE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CB38D-C8B7-408F-A9A3-AAF0A0058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7FE3-32D5-48AE-9274-AC35322B2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9D7AE-C185-4E92-9BAA-D7E7D363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BD130-336C-45D4-9936-F6312DE2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2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E191D4-2E86-406D-BB5F-FE733C96A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6F132-F7D0-4E1D-9C0F-216A731A5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B3886-19E7-4A59-AF68-A0B92D72D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C54D2-CC5E-4EE0-99B7-DC54367BC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D28D4-5BEC-4628-A5F6-76E394A7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1983F-AE3E-4E65-8C81-2592B581B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E157-267A-45AA-8F4A-591084330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4AAF7-1C18-44F4-99AB-17DCAD809F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58BD-C3EB-4369-A63A-CA47394350DA}" type="datetimeFigureOut">
              <a:rPr lang="en-US" smtClean="0"/>
              <a:t>6/7/2020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B10B8-BBAB-4FDC-B8AE-7B54E009D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92485-C5DA-4971-9212-BC4D6FE5C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D003B-DC39-4DBF-9035-9F76716CD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9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1C9C-5D8C-4EB6-988B-DC65AE4BF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7F5F67-9B9A-4AFB-BFD1-CD1B55962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8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nima bi</dc:creator>
  <cp:lastModifiedBy>nima bi</cp:lastModifiedBy>
  <cp:revision>1</cp:revision>
  <dcterms:created xsi:type="dcterms:W3CDTF">2020-06-08T01:07:24Z</dcterms:created>
  <dcterms:modified xsi:type="dcterms:W3CDTF">2020-06-08T01:12:06Z</dcterms:modified>
</cp:coreProperties>
</file>