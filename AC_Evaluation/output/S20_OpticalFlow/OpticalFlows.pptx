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104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ECB2-E4FD-4AC6-9738-30C062858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96211-F4EF-4A56-BF50-347C460FB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4E58D-1056-403C-9D9C-579416CE0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C93FA-CC89-4F05-AB1D-997A9515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BB102-2195-436A-9E6D-BFF19FD1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4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D1F14-8170-48C5-8318-770DE493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CEE67-1308-4ED1-9C22-9CF7CBF2D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8D579-5949-41A7-A9C3-CD7E14FC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8748A-933F-4182-BF71-687C4D84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E122C-9102-4CF8-BB6A-FC94D215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12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04387-B6F6-48FE-BB0E-E298D72A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C2A14-47E1-44EC-A2AA-62A96EF3E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B9512-A679-4E4C-99F6-22B01961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12DA6-9B84-4C73-B689-C7489F2C9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6C1D6-1A63-45CD-B21C-98E0DF8B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6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67F8-77F7-450A-8DAD-DA19C7BD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73C5B-1EAA-43AC-B205-B8D28306B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26BF1-1E02-436F-B392-85B0F5089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135CE-F95C-4A13-B111-458E2D85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21349-B989-439E-98A2-62D49120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273CA-23DF-44B4-8DC9-06600962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9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7CAC-4E50-498B-9161-BC51C2739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95268-3588-47C6-BBE5-3EEE53700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91E3E-6298-4981-A30B-80B2CC439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2FBDC-2905-4325-9F72-29EB841F5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C339E2-74A5-43EE-ABC4-771D4ED10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9947C-7A37-46FC-8FF2-16EFAE91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08FDA8-1A99-4174-8B72-16FF3AF2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BA826-13D9-4FF6-901A-57102FF6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7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3DFC-1D0A-4C12-8714-C7E09DDEC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FD0A0C-72FD-4875-978F-0C011176C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D0BDC-A453-44A6-9813-7E916D14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EE6A2-088E-46BC-A84A-062365556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5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FE9DEC-9129-42D3-8E2E-C8666E72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D8D70-F24B-4E88-A773-36D05890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22EB3-A34F-4516-8E98-D210622D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41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EA93-9935-425E-AB66-179197B1A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8DC2C-3AD9-498F-B674-BE71AA94E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AA4B8-3B37-4514-953D-F99450E34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5CAFE-7E0A-4A5D-B837-260B380AC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DECF9-FA6F-481E-8D9B-7456A9B0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36B97-AB65-49E5-84D0-CD5ABE4D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2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5BF63-242A-446E-BA15-532B1FA99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8DB88-9548-477E-AF9D-82967B32B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38552-02C2-4FAA-B3FB-257491644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076D9-9B9C-411E-BAD5-6A4B52CD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05246-5D08-4541-95B2-C12465DB7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D55A5-841F-45FA-8930-DFF4A292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72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A5C8-98A1-4405-B213-6E8D8A9B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E499-6D3B-46C4-887C-E6B01B173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58DE2-113D-429B-A88F-9DAF3CC4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BB4F-9EA3-41AB-8FB0-AA275A74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3D11A-0782-41D6-B2AC-C50D0629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64E8CF-4786-45D9-ADA6-B638CDFBD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5C683-6310-4C94-998B-BF4574AC9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21A9D-846A-4BB1-B5B1-5066DB2D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7C4D2-D194-4EA1-972D-105B08A6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DED74-EFD1-4B0A-A2C0-333BECC2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5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1CBB1C-3376-461E-8BCD-3256B27A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84C60-761B-4405-9EC1-C5B003963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7BB6C-8D64-43E1-871E-26F174E6A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1301B-83BE-4455-AFA5-B722D57AF3E8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8EF61-55EC-458F-8A29-FA2C23935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46106-FDBC-4D73-8D23-F78EB9A86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32E46-76A2-436B-94B0-0AD069D1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5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4DF8294-824E-40C0-B7AB-7875C8560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493" y="1105005"/>
            <a:ext cx="2590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87EE846-B6D9-43E5-AADC-ADB13F4B0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654" y="1105005"/>
            <a:ext cx="2600325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221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 nima</dc:creator>
  <cp:lastModifiedBy>bi nima</cp:lastModifiedBy>
  <cp:revision>1</cp:revision>
  <dcterms:created xsi:type="dcterms:W3CDTF">2021-01-13T20:16:35Z</dcterms:created>
  <dcterms:modified xsi:type="dcterms:W3CDTF">2021-01-13T20:18:03Z</dcterms:modified>
</cp:coreProperties>
</file>